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492" y="44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170A-4FB2-4EC9-8C39-0F0DFA40C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DF108-84B8-47F7-B037-3A0351845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4F4FC-40AA-4D7A-9717-A7BBF0E1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7007F-94B0-42FB-8C27-99ADDFD5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DC526-D2D7-42B3-ADFA-72B34E86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1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F17B-97D8-407F-B513-4E053E08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A55CE-4E98-4276-B0FF-67DC8935F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5AF91-B3C9-4D5E-A7D6-34FA381AA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D9DCF-D30E-41B0-B647-2F1BF8F9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2CB00-AD1D-4439-9FDE-12592523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2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1CEB8-5479-468F-A193-FCF112E3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67E61-BF01-43CF-BAC4-0EE404677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B6BD4-E8CA-4E5F-B280-2CF23CEE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F5532-B0DA-4641-A53E-5B486D02A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F13E3-99EA-4A64-9635-2E7F784F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7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79E7A-72F2-4F40-84BB-D618D70B3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35F1D-A1D8-4151-A941-E209792D5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47EE7-2F72-4F1E-9AA3-105B258E6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E0B33-77AC-432B-BFE0-F3BE343C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109EC-E866-43A7-9F39-49A2ECDD7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8D0D1-4925-4BEB-AD9B-48ED71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5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E23A-AF97-4D2B-95A5-CDA17B5D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57ACE-10F0-46EF-9EA2-8405B956F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C378E-6C42-4220-9372-9A079FEC6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56100-3C8E-4FF7-BF1B-77836A1AB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D812E-A29A-41FB-A8C0-E03A205D4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D5BC30-19D8-4320-AA20-B1AB3989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A326A3-FA65-4C77-A5CD-7B8EFA0DB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EC55A-8C17-43FD-9D1F-B0561C17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7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34AD-DE3B-485C-9FA5-5DE44B76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2B6F0-EED0-4329-AFD1-AE629267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E55A-D710-493F-A917-8A306C4C0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5CE86-C287-4F9E-AFCE-157582752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6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B7186-B305-4ADA-B167-B11A0992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50C82-68EE-4693-BCE1-145309D1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93C06-36B9-48F8-B44E-5F100F55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1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56CB8-AF2A-4A43-BD03-911E46610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9390-7BD8-4D93-9043-6BB473B99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2A28F-B2BA-427E-86C7-455CCD022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92728-FED9-4FEA-806F-61E0F5132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03579-A440-4BF1-ABD8-9B17996D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6D481-14FD-41F0-9EA2-C38AB9A38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4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13B46-096C-4895-90D1-192C5474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9D6140-D3BD-4E99-82AB-9FEDFFB76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0EFC8-5B59-4878-88C5-8ABA167E0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C68D2-30CE-4A07-B97E-9FD69B14A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3E722-A154-44BC-B6D5-8CD7BD61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E8721-0A08-4A91-99FC-637C2F6F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D87D5-4215-459E-9CAB-90619E214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828E6-674C-4B6A-9CFD-91B11E005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DFD32-5FBE-4BE9-9C73-2E921155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01070-8D27-483E-9EEF-74DC8B41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6F404-C3DA-453A-8510-A67FC837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0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45C95D-0FC4-4025-9866-B448379F2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BB369-F83F-40CE-8108-52EBE4F84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52041-0FEF-40C1-A638-CB45815C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64F15-F70B-4A46-8279-17B24637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FA753-8248-42C9-A505-A8B3748F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5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078BBD-A7A5-4F34-AB29-57DD0851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DA209-233D-4EB2-9606-7A5CB1A5C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1360E-D36D-4083-BA8A-FD6960DEC1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DCBBE-799D-432C-B4DB-C785EBDF2548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5D78-1C7C-45EB-B43E-216F87269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D0A6C-6A73-479E-85B9-898E0FAF7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17582-8A75-45E9-99FA-1EA8E2EC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5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18F9456-B7B5-45E6-9B84-D8F01E5B4E96}"/>
              </a:ext>
            </a:extLst>
          </p:cNvPr>
          <p:cNvGrpSpPr/>
          <p:nvPr/>
        </p:nvGrpSpPr>
        <p:grpSpPr>
          <a:xfrm>
            <a:off x="580737" y="1025309"/>
            <a:ext cx="11514540" cy="3389674"/>
            <a:chOff x="580737" y="1025309"/>
            <a:chExt cx="11514540" cy="3389674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538877B-88BD-4102-96CC-217D687E309A}"/>
                </a:ext>
              </a:extLst>
            </p:cNvPr>
            <p:cNvGrpSpPr/>
            <p:nvPr/>
          </p:nvGrpSpPr>
          <p:grpSpPr>
            <a:xfrm>
              <a:off x="580737" y="1025309"/>
              <a:ext cx="2602443" cy="1559877"/>
              <a:chOff x="580737" y="1025308"/>
              <a:chExt cx="2740500" cy="185657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D6C038-80C4-4838-A8DB-4D59387E5200}"/>
                  </a:ext>
                </a:extLst>
              </p:cNvPr>
              <p:cNvSpPr txBox="1"/>
              <p:nvPr/>
            </p:nvSpPr>
            <p:spPr>
              <a:xfrm>
                <a:off x="580737" y="1763493"/>
                <a:ext cx="689058" cy="366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User 1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C0C95F2-EA09-4E5E-A8F0-DEAF1BFCA453}"/>
                  </a:ext>
                </a:extLst>
              </p:cNvPr>
              <p:cNvGrpSpPr/>
              <p:nvPr/>
            </p:nvGrpSpPr>
            <p:grpSpPr>
              <a:xfrm>
                <a:off x="2068943" y="1025308"/>
                <a:ext cx="1252293" cy="881974"/>
                <a:chOff x="2068943" y="1111085"/>
                <a:chExt cx="1421774" cy="881974"/>
              </a:xfrm>
            </p:grpSpPr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4C51AD6F-6473-4DA2-875C-AC0607F3BCD0}"/>
                    </a:ext>
                  </a:extLst>
                </p:cNvPr>
                <p:cNvSpPr/>
                <p:nvPr/>
              </p:nvSpPr>
              <p:spPr>
                <a:xfrm>
                  <a:off x="2068943" y="1111085"/>
                  <a:ext cx="1421774" cy="881974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0BD52F8-2F07-44B8-9D36-B335AB451E37}"/>
                    </a:ext>
                  </a:extLst>
                </p:cNvPr>
                <p:cNvSpPr txBox="1"/>
                <p:nvPr/>
              </p:nvSpPr>
              <p:spPr>
                <a:xfrm>
                  <a:off x="2326906" y="1336629"/>
                  <a:ext cx="87876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/>
                    <a:t>DCO-OFDM </a:t>
                  </a:r>
                </a:p>
                <a:p>
                  <a:pPr algn="ctr"/>
                  <a:r>
                    <a:rPr lang="en-US" sz="1100" dirty="0"/>
                    <a:t>MOD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7183815-2251-455D-880B-E31D781097F1}"/>
                  </a:ext>
                </a:extLst>
              </p:cNvPr>
              <p:cNvGrpSpPr/>
              <p:nvPr/>
            </p:nvGrpSpPr>
            <p:grpSpPr>
              <a:xfrm>
                <a:off x="2092798" y="1999907"/>
                <a:ext cx="1228439" cy="881974"/>
                <a:chOff x="2068943" y="1111085"/>
                <a:chExt cx="1394692" cy="881974"/>
              </a:xfrm>
            </p:grpSpPr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4BF689B0-4DFD-4C56-B109-C498A294F517}"/>
                    </a:ext>
                  </a:extLst>
                </p:cNvPr>
                <p:cNvSpPr/>
                <p:nvPr/>
              </p:nvSpPr>
              <p:spPr>
                <a:xfrm>
                  <a:off x="2068943" y="1111085"/>
                  <a:ext cx="1394692" cy="881974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744584-3780-40EA-9355-2005FD8743FF}"/>
                    </a:ext>
                  </a:extLst>
                </p:cNvPr>
                <p:cNvSpPr txBox="1"/>
                <p:nvPr/>
              </p:nvSpPr>
              <p:spPr>
                <a:xfrm>
                  <a:off x="2326906" y="1336629"/>
                  <a:ext cx="87876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/>
                    <a:t>DCO-OFDM </a:t>
                  </a:r>
                </a:p>
                <a:p>
                  <a:pPr algn="ctr"/>
                  <a:r>
                    <a:rPr lang="en-US" sz="1100" dirty="0"/>
                    <a:t>MOD</a:t>
                  </a:r>
                </a:p>
              </p:txBody>
            </p: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256DA54-2225-4384-B7A7-446682C77A71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>
                <a:off x="1269795" y="1946653"/>
                <a:ext cx="492035" cy="15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4CC4D7-2EC1-4FB6-B7EF-4BE920ED55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1830" y="1466295"/>
                <a:ext cx="0" cy="48186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01C06A0A-EF14-43C8-A5C7-EEEEE0B994D5}"/>
                  </a:ext>
                </a:extLst>
              </p:cNvPr>
              <p:cNvCxnSpPr>
                <a:cxnSpLocks/>
                <a:endCxn id="6" idx="1"/>
              </p:cNvCxnSpPr>
              <p:nvPr/>
            </p:nvCxnSpPr>
            <p:spPr>
              <a:xfrm>
                <a:off x="1761830" y="1466295"/>
                <a:ext cx="30711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43B6778-08FB-4FD0-B195-E51CADF63E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1830" y="1948160"/>
                <a:ext cx="0" cy="49273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8B65A45-5A8E-4414-9571-9FD8A573BA9F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1761830" y="2440894"/>
                <a:ext cx="33096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6AF130F-775B-40EC-A664-D3BBD380F0C7}"/>
                </a:ext>
              </a:extLst>
            </p:cNvPr>
            <p:cNvSpPr/>
            <p:nvPr/>
          </p:nvSpPr>
          <p:spPr>
            <a:xfrm>
              <a:off x="3683503" y="1342886"/>
              <a:ext cx="1435166" cy="91559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Power domain superposition and add DC bias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1F7B25D-9C02-4729-B983-E009039646B1}"/>
                </a:ext>
              </a:extLst>
            </p:cNvPr>
            <p:cNvGrpSpPr/>
            <p:nvPr/>
          </p:nvGrpSpPr>
          <p:grpSpPr>
            <a:xfrm>
              <a:off x="580737" y="2854228"/>
              <a:ext cx="2602443" cy="1559877"/>
              <a:chOff x="580737" y="1025308"/>
              <a:chExt cx="2740500" cy="1856573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51C1C23-620F-46B0-B4A7-729F30363A59}"/>
                  </a:ext>
                </a:extLst>
              </p:cNvPr>
              <p:cNvSpPr txBox="1"/>
              <p:nvPr/>
            </p:nvSpPr>
            <p:spPr>
              <a:xfrm>
                <a:off x="580737" y="1763493"/>
                <a:ext cx="689058" cy="366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User 2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E44B4E4A-62AD-49D6-953D-745DA82DE14D}"/>
                  </a:ext>
                </a:extLst>
              </p:cNvPr>
              <p:cNvGrpSpPr/>
              <p:nvPr/>
            </p:nvGrpSpPr>
            <p:grpSpPr>
              <a:xfrm>
                <a:off x="2068943" y="1025308"/>
                <a:ext cx="1252292" cy="881974"/>
                <a:chOff x="2068943" y="1111085"/>
                <a:chExt cx="1421773" cy="881974"/>
              </a:xfrm>
            </p:grpSpPr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61D70E21-A552-49D6-AAF3-0672144FFE9C}"/>
                    </a:ext>
                  </a:extLst>
                </p:cNvPr>
                <p:cNvSpPr/>
                <p:nvPr/>
              </p:nvSpPr>
              <p:spPr>
                <a:xfrm>
                  <a:off x="2068943" y="1111085"/>
                  <a:ext cx="1421773" cy="881974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51A3CE95-AD76-41EE-9099-483EECAF48BE}"/>
                    </a:ext>
                  </a:extLst>
                </p:cNvPr>
                <p:cNvSpPr txBox="1"/>
                <p:nvPr/>
              </p:nvSpPr>
              <p:spPr>
                <a:xfrm>
                  <a:off x="2326906" y="1336629"/>
                  <a:ext cx="87876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/>
                    <a:t>DCO-OFDM </a:t>
                  </a:r>
                </a:p>
                <a:p>
                  <a:pPr algn="ctr"/>
                  <a:r>
                    <a:rPr lang="en-US" sz="1100" dirty="0"/>
                    <a:t>MOD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060B60FB-D215-48BC-8335-85E0D8EC525A}"/>
                  </a:ext>
                </a:extLst>
              </p:cNvPr>
              <p:cNvGrpSpPr/>
              <p:nvPr/>
            </p:nvGrpSpPr>
            <p:grpSpPr>
              <a:xfrm>
                <a:off x="2092798" y="1999907"/>
                <a:ext cx="1228439" cy="881974"/>
                <a:chOff x="2068943" y="1111085"/>
                <a:chExt cx="1394692" cy="881974"/>
              </a:xfrm>
            </p:grpSpPr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4CBDD595-F66C-4CAE-9C8E-F9E82FD44207}"/>
                    </a:ext>
                  </a:extLst>
                </p:cNvPr>
                <p:cNvSpPr/>
                <p:nvPr/>
              </p:nvSpPr>
              <p:spPr>
                <a:xfrm>
                  <a:off x="2068943" y="1111085"/>
                  <a:ext cx="1394692" cy="881974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BF15591-2A64-4E10-83DC-3C79201E47D9}"/>
                    </a:ext>
                  </a:extLst>
                </p:cNvPr>
                <p:cNvSpPr txBox="1"/>
                <p:nvPr/>
              </p:nvSpPr>
              <p:spPr>
                <a:xfrm>
                  <a:off x="2326906" y="1336629"/>
                  <a:ext cx="87876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/>
                    <a:t>DCO-OFDM </a:t>
                  </a:r>
                </a:p>
                <a:p>
                  <a:pPr algn="ctr"/>
                  <a:r>
                    <a:rPr lang="en-US" sz="1100" dirty="0"/>
                    <a:t>MOD</a:t>
                  </a:r>
                </a:p>
              </p:txBody>
            </p: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395A3E5-CE79-4DE2-B99D-998D7E5E889C}"/>
                  </a:ext>
                </a:extLst>
              </p:cNvPr>
              <p:cNvCxnSpPr>
                <a:cxnSpLocks/>
                <a:stCxn id="47" idx="3"/>
              </p:cNvCxnSpPr>
              <p:nvPr/>
            </p:nvCxnSpPr>
            <p:spPr>
              <a:xfrm>
                <a:off x="1269795" y="1946653"/>
                <a:ext cx="492035" cy="15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993A576-B636-48B8-962F-78CCB6826E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1830" y="1466295"/>
                <a:ext cx="0" cy="48186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5A14992-4FCE-426D-9E04-F99DCCDC9388}"/>
                  </a:ext>
                </a:extLst>
              </p:cNvPr>
              <p:cNvCxnSpPr>
                <a:cxnSpLocks/>
                <a:endCxn id="57" idx="1"/>
              </p:cNvCxnSpPr>
              <p:nvPr/>
            </p:nvCxnSpPr>
            <p:spPr>
              <a:xfrm>
                <a:off x="1761830" y="1466295"/>
                <a:ext cx="30711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DE775D7-3722-4881-A1B8-332857AE0D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1830" y="1948160"/>
                <a:ext cx="0" cy="49273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6A774C73-7451-4E74-AE2C-D109E884685C}"/>
                  </a:ext>
                </a:extLst>
              </p:cNvPr>
              <p:cNvCxnSpPr>
                <a:cxnSpLocks/>
                <a:endCxn id="55" idx="1"/>
              </p:cNvCxnSpPr>
              <p:nvPr/>
            </p:nvCxnSpPr>
            <p:spPr>
              <a:xfrm>
                <a:off x="1761830" y="2440894"/>
                <a:ext cx="33096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FFBB0E8-CB16-42DE-AFA1-0A22775158B7}"/>
                </a:ext>
              </a:extLst>
            </p:cNvPr>
            <p:cNvSpPr/>
            <p:nvPr/>
          </p:nvSpPr>
          <p:spPr>
            <a:xfrm>
              <a:off x="3683503" y="3171804"/>
              <a:ext cx="1435166" cy="91559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Power domain superposition and add DC bias</a:t>
              </a:r>
            </a:p>
            <a:p>
              <a:pPr algn="ctr"/>
              <a:endParaRPr lang="en-US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A3D8EBB-1ECC-404B-8923-921D83004B38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3183179" y="1395823"/>
              <a:ext cx="50032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3044035-3926-4436-80CF-5AD18AC730C6}"/>
                </a:ext>
              </a:extLst>
            </p:cNvPr>
            <p:cNvCxnSpPr>
              <a:cxnSpLocks/>
              <a:stCxn id="57" idx="3"/>
              <a:endCxn id="43" idx="1"/>
            </p:cNvCxnSpPr>
            <p:nvPr/>
          </p:nvCxnSpPr>
          <p:spPr>
            <a:xfrm flipV="1">
              <a:off x="3183178" y="1800681"/>
              <a:ext cx="500324" cy="14240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4A85C2C5-0EF4-4F34-B4A9-1694FDE8A0A8}"/>
                </a:ext>
              </a:extLst>
            </p:cNvPr>
            <p:cNvCxnSpPr>
              <a:cxnSpLocks/>
              <a:stCxn id="13" idx="3"/>
              <a:endCxn id="61" idx="1"/>
            </p:cNvCxnSpPr>
            <p:nvPr/>
          </p:nvCxnSpPr>
          <p:spPr>
            <a:xfrm>
              <a:off x="3183180" y="2214673"/>
              <a:ext cx="500322" cy="14149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306FC1E-CD2E-43A5-A1A5-448B111FA7C1}"/>
                </a:ext>
              </a:extLst>
            </p:cNvPr>
            <p:cNvCxnSpPr>
              <a:cxnSpLocks/>
              <a:stCxn id="55" idx="3"/>
            </p:cNvCxnSpPr>
            <p:nvPr/>
          </p:nvCxnSpPr>
          <p:spPr>
            <a:xfrm>
              <a:off x="3183180" y="4043591"/>
              <a:ext cx="50032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4BD0AFD-EEDE-4B3F-A187-F2FD425F7BBE}"/>
                </a:ext>
              </a:extLst>
            </p:cNvPr>
            <p:cNvCxnSpPr>
              <a:cxnSpLocks/>
              <a:stCxn id="43" idx="3"/>
              <a:endCxn id="83" idx="1"/>
            </p:cNvCxnSpPr>
            <p:nvPr/>
          </p:nvCxnSpPr>
          <p:spPr>
            <a:xfrm flipV="1">
              <a:off x="5118669" y="1799419"/>
              <a:ext cx="500322" cy="12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9CB04D5E-E7F0-437A-B25C-9F2C84B0B86E}"/>
                </a:ext>
              </a:extLst>
            </p:cNvPr>
            <p:cNvCxnSpPr>
              <a:cxnSpLocks/>
              <a:stCxn id="61" idx="3"/>
              <a:endCxn id="89" idx="1"/>
            </p:cNvCxnSpPr>
            <p:nvPr/>
          </p:nvCxnSpPr>
          <p:spPr>
            <a:xfrm flipV="1">
              <a:off x="5118669" y="3629598"/>
              <a:ext cx="500322" cy="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8394ADCA-B881-44EB-9A4B-BF2425CEB2CF}"/>
                </a:ext>
              </a:extLst>
            </p:cNvPr>
            <p:cNvSpPr/>
            <p:nvPr/>
          </p:nvSpPr>
          <p:spPr>
            <a:xfrm>
              <a:off x="5618991" y="1566439"/>
              <a:ext cx="649047" cy="46596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LED 1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67D89AE3-E7DB-4517-A8BE-9417A7D14687}"/>
                </a:ext>
              </a:extLst>
            </p:cNvPr>
            <p:cNvSpPr/>
            <p:nvPr/>
          </p:nvSpPr>
          <p:spPr>
            <a:xfrm>
              <a:off x="5618991" y="3396618"/>
              <a:ext cx="649047" cy="46596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LED 1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CCE41A4-EB97-4A6F-9034-AB07105E3161}"/>
                </a:ext>
              </a:extLst>
            </p:cNvPr>
            <p:cNvSpPr/>
            <p:nvPr/>
          </p:nvSpPr>
          <p:spPr>
            <a:xfrm>
              <a:off x="7323123" y="1037721"/>
              <a:ext cx="398360" cy="65517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PD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FD5543A-F4BE-4F33-986A-F4A986A1D6AF}"/>
                </a:ext>
              </a:extLst>
            </p:cNvPr>
            <p:cNvSpPr/>
            <p:nvPr/>
          </p:nvSpPr>
          <p:spPr>
            <a:xfrm>
              <a:off x="7323123" y="1930007"/>
              <a:ext cx="398360" cy="65517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PD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B235064-BAE8-43B8-A350-2BE6057256A9}"/>
                </a:ext>
              </a:extLst>
            </p:cNvPr>
            <p:cNvSpPr/>
            <p:nvPr/>
          </p:nvSpPr>
          <p:spPr>
            <a:xfrm>
              <a:off x="7323123" y="2867518"/>
              <a:ext cx="398360" cy="65517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PD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020FE9-2551-4CF2-BC4E-688660DB0930}"/>
                </a:ext>
              </a:extLst>
            </p:cNvPr>
            <p:cNvSpPr/>
            <p:nvPr/>
          </p:nvSpPr>
          <p:spPr>
            <a:xfrm>
              <a:off x="7323123" y="3759804"/>
              <a:ext cx="398360" cy="65517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PD</a:t>
              </a:r>
            </a:p>
          </p:txBody>
        </p: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8267C2AB-93A3-429F-A5C5-FB6FE15437C3}"/>
                </a:ext>
              </a:extLst>
            </p:cNvPr>
            <p:cNvCxnSpPr>
              <a:cxnSpLocks/>
              <a:stCxn id="83" idx="3"/>
              <a:endCxn id="101" idx="1"/>
            </p:cNvCxnSpPr>
            <p:nvPr/>
          </p:nvCxnSpPr>
          <p:spPr>
            <a:xfrm flipV="1">
              <a:off x="6268038" y="1365311"/>
              <a:ext cx="1055085" cy="434108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10512AF-3D11-443F-84AE-A1EE90D63853}"/>
                </a:ext>
              </a:extLst>
            </p:cNvPr>
            <p:cNvCxnSpPr>
              <a:cxnSpLocks/>
              <a:stCxn id="83" idx="3"/>
              <a:endCxn id="102" idx="1"/>
            </p:cNvCxnSpPr>
            <p:nvPr/>
          </p:nvCxnSpPr>
          <p:spPr>
            <a:xfrm>
              <a:off x="6268038" y="1799419"/>
              <a:ext cx="1055085" cy="458178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96CAE73F-C1B3-496B-9830-5A8423B66536}"/>
                </a:ext>
              </a:extLst>
            </p:cNvPr>
            <p:cNvCxnSpPr>
              <a:cxnSpLocks/>
              <a:stCxn id="83" idx="3"/>
              <a:endCxn id="103" idx="1"/>
            </p:cNvCxnSpPr>
            <p:nvPr/>
          </p:nvCxnSpPr>
          <p:spPr>
            <a:xfrm>
              <a:off x="6268038" y="1799419"/>
              <a:ext cx="1055085" cy="1395689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A86F8CB-CB31-4EF1-85F3-C3566E51A2CB}"/>
                </a:ext>
              </a:extLst>
            </p:cNvPr>
            <p:cNvCxnSpPr>
              <a:cxnSpLocks/>
              <a:stCxn id="83" idx="3"/>
              <a:endCxn id="104" idx="1"/>
            </p:cNvCxnSpPr>
            <p:nvPr/>
          </p:nvCxnSpPr>
          <p:spPr>
            <a:xfrm>
              <a:off x="6268038" y="1799419"/>
              <a:ext cx="1055085" cy="228797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DFCB2ECD-EB2A-488A-8A30-72D725990C17}"/>
                </a:ext>
              </a:extLst>
            </p:cNvPr>
            <p:cNvCxnSpPr>
              <a:cxnSpLocks/>
              <a:endCxn id="101" idx="1"/>
            </p:cNvCxnSpPr>
            <p:nvPr/>
          </p:nvCxnSpPr>
          <p:spPr>
            <a:xfrm flipV="1">
              <a:off x="6268037" y="1365311"/>
              <a:ext cx="1055086" cy="226390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B8A48A79-10BF-4C8E-B7AE-8262DAA88A4A}"/>
                </a:ext>
              </a:extLst>
            </p:cNvPr>
            <p:cNvCxnSpPr>
              <a:cxnSpLocks/>
              <a:endCxn id="102" idx="1"/>
            </p:cNvCxnSpPr>
            <p:nvPr/>
          </p:nvCxnSpPr>
          <p:spPr>
            <a:xfrm flipV="1">
              <a:off x="6268037" y="2257597"/>
              <a:ext cx="1055086" cy="1371618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02AAAE45-05EB-4346-B738-8F7B36A4423A}"/>
                </a:ext>
              </a:extLst>
            </p:cNvPr>
            <p:cNvCxnSpPr>
              <a:cxnSpLocks/>
              <a:endCxn id="103" idx="1"/>
            </p:cNvCxnSpPr>
            <p:nvPr/>
          </p:nvCxnSpPr>
          <p:spPr>
            <a:xfrm flipV="1">
              <a:off x="6268037" y="3195108"/>
              <a:ext cx="1055086" cy="434109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8EEDD454-152D-4911-874D-71BF88652890}"/>
                </a:ext>
              </a:extLst>
            </p:cNvPr>
            <p:cNvCxnSpPr>
              <a:cxnSpLocks/>
              <a:endCxn id="104" idx="1"/>
            </p:cNvCxnSpPr>
            <p:nvPr/>
          </p:nvCxnSpPr>
          <p:spPr>
            <a:xfrm>
              <a:off x="6268037" y="3629215"/>
              <a:ext cx="1055086" cy="458178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391CCD18-3A93-4F12-ACAA-D6246408E663}"/>
                </a:ext>
              </a:extLst>
            </p:cNvPr>
            <p:cNvCxnSpPr>
              <a:cxnSpLocks/>
              <a:stCxn id="101" idx="3"/>
            </p:cNvCxnSpPr>
            <p:nvPr/>
          </p:nvCxnSpPr>
          <p:spPr>
            <a:xfrm>
              <a:off x="7721483" y="1365311"/>
              <a:ext cx="4434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27933AF6-D2B8-4844-B27F-313C210A3D65}"/>
                </a:ext>
              </a:extLst>
            </p:cNvPr>
            <p:cNvCxnSpPr>
              <a:cxnSpLocks/>
              <a:stCxn id="102" idx="3"/>
            </p:cNvCxnSpPr>
            <p:nvPr/>
          </p:nvCxnSpPr>
          <p:spPr>
            <a:xfrm>
              <a:off x="7721483" y="2257597"/>
              <a:ext cx="4434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B3FE094-AB57-43CC-8E7C-6C8C61666E86}"/>
                </a:ext>
              </a:extLst>
            </p:cNvPr>
            <p:cNvSpPr/>
            <p:nvPr/>
          </p:nvSpPr>
          <p:spPr>
            <a:xfrm>
              <a:off x="8170689" y="1037720"/>
              <a:ext cx="1307898" cy="15474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MIMO de-MUX dan SIC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60D5EF5-8492-4D02-B846-4DC54314382F}"/>
                </a:ext>
              </a:extLst>
            </p:cNvPr>
            <p:cNvSpPr/>
            <p:nvPr/>
          </p:nvSpPr>
          <p:spPr>
            <a:xfrm>
              <a:off x="8182733" y="2866640"/>
              <a:ext cx="1307898" cy="154746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MIMO de-MUX dan SIC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8E1C7B22-1115-4246-BBB4-ACE14E0C6883}"/>
                </a:ext>
              </a:extLst>
            </p:cNvPr>
            <p:cNvCxnSpPr>
              <a:cxnSpLocks/>
              <a:stCxn id="104" idx="3"/>
            </p:cNvCxnSpPr>
            <p:nvPr/>
          </p:nvCxnSpPr>
          <p:spPr>
            <a:xfrm>
              <a:off x="7721483" y="4087394"/>
              <a:ext cx="4434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86E1891B-7685-474F-A4FF-15D4305DB883}"/>
                </a:ext>
              </a:extLst>
            </p:cNvPr>
            <p:cNvCxnSpPr>
              <a:cxnSpLocks/>
              <a:stCxn id="103" idx="3"/>
            </p:cNvCxnSpPr>
            <p:nvPr/>
          </p:nvCxnSpPr>
          <p:spPr>
            <a:xfrm flipV="1">
              <a:off x="7721483" y="3195107"/>
              <a:ext cx="44346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E368F0E-80CB-41FC-8B9F-E581232D8025}"/>
                </a:ext>
              </a:extLst>
            </p:cNvPr>
            <p:cNvSpPr/>
            <p:nvPr/>
          </p:nvSpPr>
          <p:spPr>
            <a:xfrm>
              <a:off x="9776589" y="1139962"/>
              <a:ext cx="1076138" cy="4368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DCO-OFDM </a:t>
              </a:r>
              <a:r>
                <a:rPr lang="en-US" sz="1200" dirty="0" err="1">
                  <a:solidFill>
                    <a:schemeClr val="tx1"/>
                  </a:solidFill>
                </a:rPr>
                <a:t>demod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7C71B17D-BA18-4557-A988-B55EA47C5B39}"/>
                </a:ext>
              </a:extLst>
            </p:cNvPr>
            <p:cNvSpPr/>
            <p:nvPr/>
          </p:nvSpPr>
          <p:spPr>
            <a:xfrm>
              <a:off x="9776589" y="2021309"/>
              <a:ext cx="1076138" cy="4368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DCO-OFDM </a:t>
              </a:r>
              <a:r>
                <a:rPr lang="en-US" sz="1200" dirty="0" err="1">
                  <a:solidFill>
                    <a:schemeClr val="tx1"/>
                  </a:solidFill>
                </a:rPr>
                <a:t>demod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816752F7-AACA-4646-8F62-5DA3CFE033CB}"/>
                </a:ext>
              </a:extLst>
            </p:cNvPr>
            <p:cNvCxnSpPr>
              <a:cxnSpLocks/>
              <a:stCxn id="152" idx="1"/>
            </p:cNvCxnSpPr>
            <p:nvPr/>
          </p:nvCxnSpPr>
          <p:spPr>
            <a:xfrm flipH="1" flipV="1">
              <a:off x="9478587" y="1358399"/>
              <a:ext cx="298002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20DE8AE4-5EA8-4EAA-8928-46932CEA9F87}"/>
                </a:ext>
              </a:extLst>
            </p:cNvPr>
            <p:cNvCxnSpPr>
              <a:cxnSpLocks/>
              <a:stCxn id="155" idx="1"/>
            </p:cNvCxnSpPr>
            <p:nvPr/>
          </p:nvCxnSpPr>
          <p:spPr>
            <a:xfrm flipH="1" flipV="1">
              <a:off x="9478587" y="2239746"/>
              <a:ext cx="298002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82A90F51-D966-4E6F-84F3-F44A129C5852}"/>
                </a:ext>
              </a:extLst>
            </p:cNvPr>
            <p:cNvSpPr/>
            <p:nvPr/>
          </p:nvSpPr>
          <p:spPr>
            <a:xfrm>
              <a:off x="9776589" y="3042113"/>
              <a:ext cx="1076138" cy="4368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DCO-OFDM </a:t>
              </a:r>
              <a:r>
                <a:rPr lang="en-US" sz="1200" dirty="0" err="1">
                  <a:solidFill>
                    <a:schemeClr val="tx1"/>
                  </a:solidFill>
                </a:rPr>
                <a:t>demod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DA600C9-B1C2-43A4-A84E-E83B330DDD36}"/>
                </a:ext>
              </a:extLst>
            </p:cNvPr>
            <p:cNvSpPr/>
            <p:nvPr/>
          </p:nvSpPr>
          <p:spPr>
            <a:xfrm>
              <a:off x="9776589" y="3923460"/>
              <a:ext cx="1076138" cy="4368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DCO-OFDM </a:t>
              </a:r>
              <a:r>
                <a:rPr lang="en-US" sz="1200" dirty="0" err="1">
                  <a:solidFill>
                    <a:schemeClr val="tx1"/>
                  </a:solidFill>
                </a:rPr>
                <a:t>demod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3B028305-BFFC-40F9-8F64-46D267AAD981}"/>
                </a:ext>
              </a:extLst>
            </p:cNvPr>
            <p:cNvCxnSpPr>
              <a:cxnSpLocks/>
              <a:stCxn id="163" idx="1"/>
            </p:cNvCxnSpPr>
            <p:nvPr/>
          </p:nvCxnSpPr>
          <p:spPr>
            <a:xfrm flipH="1" flipV="1">
              <a:off x="9478587" y="3260550"/>
              <a:ext cx="298002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97014771-2C29-4AB1-9419-9AD93C7C6B52}"/>
                </a:ext>
              </a:extLst>
            </p:cNvPr>
            <p:cNvCxnSpPr>
              <a:cxnSpLocks/>
              <a:stCxn id="164" idx="1"/>
            </p:cNvCxnSpPr>
            <p:nvPr/>
          </p:nvCxnSpPr>
          <p:spPr>
            <a:xfrm flipH="1" flipV="1">
              <a:off x="9478587" y="4141897"/>
              <a:ext cx="298002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1BA27104-DB1B-4F78-9AD0-9E1F627DBD76}"/>
                </a:ext>
              </a:extLst>
            </p:cNvPr>
            <p:cNvGrpSpPr/>
            <p:nvPr/>
          </p:nvGrpSpPr>
          <p:grpSpPr>
            <a:xfrm>
              <a:off x="10852727" y="1395821"/>
              <a:ext cx="628073" cy="861776"/>
              <a:chOff x="10852727" y="1395821"/>
              <a:chExt cx="628073" cy="861776"/>
            </a:xfrm>
          </p:grpSpPr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52E977F4-4B63-4B1E-ABE3-5EC46347FE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852727" y="1395821"/>
                <a:ext cx="298002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A4CC198B-4A59-4D62-8CE4-66B1F3D8CB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858783" y="2257596"/>
                <a:ext cx="298002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A56FE352-B740-4504-AFE7-0124A53B28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50729" y="1395821"/>
                <a:ext cx="0" cy="8439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6FC1BD88-30AA-46F6-AF14-53834AC466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50729" y="1844159"/>
                <a:ext cx="33007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5DC1BEA7-DBA5-44C7-A15B-1152D20FD09D}"/>
                </a:ext>
              </a:extLst>
            </p:cNvPr>
            <p:cNvGrpSpPr/>
            <p:nvPr/>
          </p:nvGrpSpPr>
          <p:grpSpPr>
            <a:xfrm>
              <a:off x="10863534" y="3229540"/>
              <a:ext cx="628073" cy="861776"/>
              <a:chOff x="10852727" y="1395821"/>
              <a:chExt cx="628073" cy="861776"/>
            </a:xfrm>
          </p:grpSpPr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AC78BFA8-BB01-43DD-A575-903099DFCC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852727" y="1395821"/>
                <a:ext cx="298002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B6BF9C13-7C68-4209-9C43-95226C4481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858783" y="2257596"/>
                <a:ext cx="298002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DFFD205A-B1C7-4F5B-AA27-313A3BC122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50729" y="1395821"/>
                <a:ext cx="0" cy="8439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Arrow Connector 180">
                <a:extLst>
                  <a:ext uri="{FF2B5EF4-FFF2-40B4-BE49-F238E27FC236}">
                    <a16:creationId xmlns:a16="http://schemas.microsoft.com/office/drawing/2014/main" id="{5B69CA9A-EA41-46C5-8A9C-A5823DA7AE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50729" y="1844159"/>
                <a:ext cx="33007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DF553B2-6F3A-4D65-985F-A2FBD12AE8CE}"/>
                </a:ext>
              </a:extLst>
            </p:cNvPr>
            <p:cNvSpPr txBox="1"/>
            <p:nvPr/>
          </p:nvSpPr>
          <p:spPr>
            <a:xfrm>
              <a:off x="11459539" y="3522697"/>
              <a:ext cx="63573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User 2</a:t>
              </a:r>
            </a:p>
            <a:p>
              <a:r>
                <a:rPr lang="en-US" sz="1200" dirty="0"/>
                <a:t>data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47F56FD9-446E-4164-A891-B6064C7BF69C}"/>
                </a:ext>
              </a:extLst>
            </p:cNvPr>
            <p:cNvSpPr txBox="1"/>
            <p:nvPr/>
          </p:nvSpPr>
          <p:spPr>
            <a:xfrm>
              <a:off x="11448732" y="1613326"/>
              <a:ext cx="63573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User 1</a:t>
              </a:r>
            </a:p>
            <a:p>
              <a:r>
                <a:rPr lang="en-US" sz="1200" dirty="0"/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2452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56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goki purba</dc:creator>
  <cp:lastModifiedBy>goki purba</cp:lastModifiedBy>
  <cp:revision>1</cp:revision>
  <dcterms:created xsi:type="dcterms:W3CDTF">2022-01-13T13:36:13Z</dcterms:created>
  <dcterms:modified xsi:type="dcterms:W3CDTF">2022-01-13T14:17:00Z</dcterms:modified>
</cp:coreProperties>
</file>